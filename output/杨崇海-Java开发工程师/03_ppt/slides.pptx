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032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4000" b="true">
                <a:solidFill>
                  <a:srgbClr val="00D4FF"/>
                </a:solidFill>
              </a:rPr>
              <a:t>杨崇海 · Java开发工程师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683000"/>
            <a:ext cx="10668000" cy="1016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200">
                <a:solidFill>
                  <a:srgbClr val="B0C4DE"/>
                </a:solidFill>
              </a:rPr>
              <a:t>6年经验 · 擅长高并发后端与效率工具建设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个人概况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28岁 · 男 · 广东汕头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6年Java后端开发经验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暨南大学（211）软件工程 本科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现居上海，随时到岗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教育背景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2016-2020 暨南大学 软件工程 学士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211工程重点建设高校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在校期间获优秀学子标兵奖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港澳台侨创新创业大赛一等奖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挑战杯省赛银奖、校赛金奖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技术栈概览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核心：SpringBoot/Cloud、MyBatis、MySQL、TiDB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中间件：Redis、Kafka、RabbitMQ、Nacos、Zookeeper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部署与运维：Docker、Jenkins、Linux、线上排错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精通Java（85%），熟练Python（80%）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前端：HTML/CSS/JS、Bootstrap、jQuery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上海嘉银科技 · 高级Java开发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负责司法诉讼平台还款与账单核心业务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重构还款代码，实现线下流程全线上化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建设自动对账、自动还款与规则配置引擎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优化慢SQL，引入Charles/Arthas提升定位效率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开发代码分析工具，结合大模型自动解析告警日志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SHEIN · 高级Java开发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多渠广告投放系统：Meta、Google、TikTok等渠道管理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设计实现自动投放、预算管理、数据回流与OneLink分流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主导DSP账号权限迁移，保障业务平滑过渡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率先引入Claude Code，开发Agent/SubAgent提升效率30%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编写告警分析调度程序，实现自动化日志分析与可视化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天猫技术 · Java开发（P6）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天猫超市商详页核心开发，负责详情3.0升级、周期购等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支撑加购后推荐、下架推荐等多场景商详接入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淘宝买菜N元N件、时令频道、红包挑战等业务开发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编写QuickQuery插件快速查询多环境配置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用Appium/Selenium编写自动化脚本提升回归效率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中国平安 · Java开发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负责金管家用户-代理人模块开发与数据库设计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参与数据库脱O工程，完成Oracle到TiDB/MySQL改造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智能推送策略算法核心开发，基于ALS实现个性化推荐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项目获金管家'火焰杯'创新项目金奖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效率工具与团队贡献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在嘉银引入Charles/Arthas，编写代码分析工具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在SHEIN引入Claude Code，开发Agent/SubAgent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在天猫开发QuickQuery插件与自动化测试脚本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在平安编写团队共享的自动化排查脚本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持续为团队输出小工具，提升研发效能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457200"/>
            <a:ext cx="11176000" cy="8128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00D4FF"/>
                </a:solidFill>
              </a:rPr>
              <a:t>荣誉与竞赛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11200" y="1397000"/>
            <a:ext cx="10769600" cy="4826000"/>
          </a:xfrm>
          <a:prstGeom prst="rect">
            <a:avLst/>
          </a:prstGeom>
        </p:spPr>
        <p:txBody>
          <a:bodyPr anchor="t" rtlCol="false"/>
          <a:lstStyle/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平安集团技术公益创新大赛复赛第一、总决赛优秀奖（队长+开发）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平安精益流程自动化大赛三等奖（队长+开发）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金管家“火焰杯”项目金奖（核心开发）</a:t>
            </a:r>
          </a:p>
          <a:p>
            <a:pPr>
              <a:spcAft>
                <a:spcPct val="10000"/>
              </a:spcAft>
            </a:pPr>
            <a:r>
              <a:rPr lang="en-US" sz="2000">
                <a:solidFill>
                  <a:srgbClr val="FFFFFF"/>
                </a:solidFill>
              </a:rPr>
              <a:t>• 大学期间获挑战杯省赛银奖、校赛金奖等多项竞赛奖励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2032000"/>
            <a:ext cx="10160000" cy="2032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400">
                <a:solidFill>
                  <a:srgbClr val="FFFFFF"/>
                </a:solidFill>
              </a:rPr>
              <a:t>以上就是我个人的整体情况。我非常喜欢用技术解决实际问题，也乐于为团队打造趁手的工具。如果您觉得我的经验和风格与团队契合，希望能有机会进一步交流，谢谢！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4318000"/>
            <a:ext cx="10160000" cy="762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200">
                <a:solidFill>
                  <a:srgbClr val="00D4FF"/>
                </a:solidFill>
              </a:rP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